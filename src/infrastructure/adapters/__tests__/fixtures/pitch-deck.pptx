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Kynd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Synthetic user research for teams that ship weekly.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Real usability studies cost $8,000 and three weeks. Teams skip them and guess.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Generate a persona cohort, run your artifact, get a structured report with citations.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41 paying teams. $23k MRR. 18% MoM growth. Net revenue retention 131%.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$1.5M seed for two engineers and a persona research lead.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